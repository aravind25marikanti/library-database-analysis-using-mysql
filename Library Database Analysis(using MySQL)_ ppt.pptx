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62" r:id="rId6"/>
    <p:sldId id="264" r:id="rId7"/>
    <p:sldId id="266" r:id="rId8"/>
    <p:sldId id="269" r:id="rId9"/>
    <p:sldId id="278" r:id="rId10"/>
    <p:sldId id="279" r:id="rId11"/>
    <p:sldId id="280" r:id="rId12"/>
    <p:sldId id="281" r:id="rId13"/>
    <p:sldId id="282" r:id="rId14"/>
    <p:sldId id="283" r:id="rId15"/>
    <p:sldId id="272" r:id="rId16"/>
    <p:sldId id="268" r:id="rId17"/>
    <p:sldId id="284" r:id="rId18"/>
    <p:sldId id="25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ind Marikanti" userId="250da7a957f5eb55" providerId="LiveId" clId="{B65F500B-4139-441B-B063-A51CC3BEF952}"/>
    <pc:docChg chg="undo custSel addSld delSld modSld sldOrd">
      <pc:chgData name="Aravind Marikanti" userId="250da7a957f5eb55" providerId="LiveId" clId="{B65F500B-4139-441B-B063-A51CC3BEF952}" dt="2026-09-30T12:16:18.289" v="2770" actId="20577"/>
      <pc:docMkLst>
        <pc:docMk/>
      </pc:docMkLst>
      <pc:sldChg chg="addSp modSp mod">
        <pc:chgData name="Aravind Marikanti" userId="250da7a957f5eb55" providerId="LiveId" clId="{B65F500B-4139-441B-B063-A51CC3BEF952}" dt="2026-09-06T10:29:52.213" v="1778" actId="20577"/>
        <pc:sldMkLst>
          <pc:docMk/>
          <pc:sldMk cId="0" sldId="256"/>
        </pc:sldMkLst>
        <pc:spChg chg="mod">
          <ac:chgData name="Aravind Marikanti" userId="250da7a957f5eb55" providerId="LiveId" clId="{B65F500B-4139-441B-B063-A51CC3BEF952}" dt="2026-09-06T10:29:52.213" v="1778" actId="20577"/>
          <ac:spMkLst>
            <pc:docMk/>
            <pc:sldMk cId="0" sldId="256"/>
            <ac:spMk id="99" creationId="{00000000-0000-0000-0000-000000000000}"/>
          </ac:spMkLst>
        </pc:spChg>
      </pc:sldChg>
      <pc:sldChg chg="addSp delSp modSp mod">
        <pc:chgData name="Aravind Marikanti" userId="250da7a957f5eb55" providerId="LiveId" clId="{B65F500B-4139-441B-B063-A51CC3BEF952}" dt="2026-09-30T12:16:18.289" v="2770" actId="20577"/>
        <pc:sldMkLst>
          <pc:docMk/>
          <pc:sldMk cId="0" sldId="257"/>
        </pc:sldMkLst>
        <pc:spChg chg="mod">
          <ac:chgData name="Aravind Marikanti" userId="250da7a957f5eb55" providerId="LiveId" clId="{B65F500B-4139-441B-B063-A51CC3BEF952}" dt="2026-09-30T12:16:18.289" v="2770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Aravind Marikanti" userId="250da7a957f5eb55" providerId="LiveId" clId="{B65F500B-4139-441B-B063-A51CC3BEF952}" dt="2026-09-06T10:54:57.003" v="1849" actId="2711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Aravind Marikanti" userId="250da7a957f5eb55" providerId="LiveId" clId="{B65F500B-4139-441B-B063-A51CC3BEF952}" dt="2026-09-06T12:45:10.277" v="2640" actId="20577"/>
        <pc:sldMkLst>
          <pc:docMk/>
          <pc:sldMk cId="0" sldId="258"/>
        </pc:sldMkLst>
        <pc:spChg chg="mod">
          <ac:chgData name="Aravind Marikanti" userId="250da7a957f5eb55" providerId="LiveId" clId="{B65F500B-4139-441B-B063-A51CC3BEF952}" dt="2026-09-06T12:25:52.378" v="2550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Aravind Marikanti" userId="250da7a957f5eb55" providerId="LiveId" clId="{B65F500B-4139-441B-B063-A51CC3BEF952}" dt="2026-09-06T12:45:10.277" v="2640" actId="20577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 mod">
        <pc:chgData name="Aravind Marikanti" userId="250da7a957f5eb55" providerId="LiveId" clId="{B65F500B-4139-441B-B063-A51CC3BEF952}" dt="2026-07-01T10:21:00.569" v="1516"/>
        <pc:sldMkLst>
          <pc:docMk/>
          <pc:sldMk cId="0" sldId="259"/>
        </pc:sldMkLst>
      </pc:sldChg>
      <pc:sldChg chg="addSp modSp new del mod">
        <pc:chgData name="Aravind Marikanti" userId="250da7a957f5eb55" providerId="LiveId" clId="{B65F500B-4139-441B-B063-A51CC3BEF952}" dt="2026-07-01T10:17:06.368" v="1472" actId="2696"/>
        <pc:sldMkLst>
          <pc:docMk/>
          <pc:sldMk cId="2984474585" sldId="260"/>
        </pc:sldMkLst>
      </pc:sldChg>
      <pc:sldChg chg="addSp delSp modSp add del mod">
        <pc:chgData name="Aravind Marikanti" userId="250da7a957f5eb55" providerId="LiveId" clId="{B65F500B-4139-441B-B063-A51CC3BEF952}" dt="2026-09-06T10:57:36.417" v="1856" actId="207"/>
        <pc:sldMkLst>
          <pc:docMk/>
          <pc:sldMk cId="244814439" sldId="261"/>
        </pc:sldMkLst>
        <pc:spChg chg="add mod">
          <ac:chgData name="Aravind Marikanti" userId="250da7a957f5eb55" providerId="LiveId" clId="{B65F500B-4139-441B-B063-A51CC3BEF952}" dt="2026-09-06T10:57:36.417" v="1856" actId="207"/>
          <ac:spMkLst>
            <pc:docMk/>
            <pc:sldMk cId="244814439" sldId="261"/>
            <ac:spMk id="6" creationId="{026D8233-B946-14A8-4453-B04B22E32DA4}"/>
          </ac:spMkLst>
        </pc:spChg>
        <pc:spChg chg="add mod">
          <ac:chgData name="Aravind Marikanti" userId="250da7a957f5eb55" providerId="LiveId" clId="{B65F500B-4139-441B-B063-A51CC3BEF952}" dt="2026-09-06T10:49:20.251" v="1829"/>
          <ac:spMkLst>
            <pc:docMk/>
            <pc:sldMk cId="244814439" sldId="261"/>
            <ac:spMk id="8" creationId="{A98B9C4F-1679-2D05-C510-FE690742176F}"/>
          </ac:spMkLst>
        </pc:spChg>
      </pc:sldChg>
      <pc:sldChg chg="new del">
        <pc:chgData name="Aravind Marikanti" userId="250da7a957f5eb55" providerId="LiveId" clId="{B65F500B-4139-441B-B063-A51CC3BEF952}" dt="2026-07-01T09:19:24.337" v="676" actId="680"/>
        <pc:sldMkLst>
          <pc:docMk/>
          <pc:sldMk cId="717213926" sldId="262"/>
        </pc:sldMkLst>
      </pc:sldChg>
      <pc:sldChg chg="addSp delSp modSp add del mod">
        <pc:chgData name="Aravind Marikanti" userId="250da7a957f5eb55" providerId="LiveId" clId="{B65F500B-4139-441B-B063-A51CC3BEF952}" dt="2026-09-30T11:06:22.972" v="2764" actId="14100"/>
        <pc:sldMkLst>
          <pc:docMk/>
          <pc:sldMk cId="3849416661" sldId="262"/>
        </pc:sldMkLst>
        <pc:spChg chg="add mod">
          <ac:chgData name="Aravind Marikanti" userId="250da7a957f5eb55" providerId="LiveId" clId="{B65F500B-4139-441B-B063-A51CC3BEF952}" dt="2026-09-06T12:38:27.591" v="2605" actId="113"/>
          <ac:spMkLst>
            <pc:docMk/>
            <pc:sldMk cId="3849416661" sldId="262"/>
            <ac:spMk id="9" creationId="{94AD82F3-51FA-90F0-1F36-CA237E204147}"/>
          </ac:spMkLst>
        </pc:spChg>
        <pc:spChg chg="add del mod">
          <ac:chgData name="Aravind Marikanti" userId="250da7a957f5eb55" providerId="LiveId" clId="{B65F500B-4139-441B-B063-A51CC3BEF952}" dt="2026-09-06T12:33:34.308" v="2584" actId="47"/>
          <ac:spMkLst>
            <pc:docMk/>
            <pc:sldMk cId="3849416661" sldId="262"/>
            <ac:spMk id="18" creationId="{805196DE-58FE-DA60-48C4-6A2002C066D0}"/>
          </ac:spMkLst>
        </pc:spChg>
        <pc:spChg chg="add mod">
          <ac:chgData name="Aravind Marikanti" userId="250da7a957f5eb55" providerId="LiveId" clId="{B65F500B-4139-441B-B063-A51CC3BEF952}" dt="2026-09-30T11:06:22.972" v="2764" actId="14100"/>
          <ac:spMkLst>
            <pc:docMk/>
            <pc:sldMk cId="3849416661" sldId="262"/>
            <ac:spMk id="22" creationId="{A5EA11D4-1AF3-DFF8-0CDC-5F34356E9686}"/>
          </ac:spMkLst>
        </pc:spChg>
      </pc:sldChg>
      <pc:sldChg chg="addSp delSp modSp add del mod">
        <pc:chgData name="Aravind Marikanti" userId="250da7a957f5eb55" providerId="LiveId" clId="{B65F500B-4139-441B-B063-A51CC3BEF952}" dt="2026-09-06T12:33:38.468" v="2585" actId="2696"/>
        <pc:sldMkLst>
          <pc:docMk/>
          <pc:sldMk cId="1175910308" sldId="263"/>
        </pc:sldMkLst>
      </pc:sldChg>
      <pc:sldChg chg="addSp delSp modSp add mod">
        <pc:chgData name="Aravind Marikanti" userId="250da7a957f5eb55" providerId="LiveId" clId="{B65F500B-4139-441B-B063-A51CC3BEF952}" dt="2026-09-06T11:30:18.574" v="2082" actId="20577"/>
        <pc:sldMkLst>
          <pc:docMk/>
          <pc:sldMk cId="766983244" sldId="264"/>
        </pc:sldMkLst>
        <pc:spChg chg="add mod">
          <ac:chgData name="Aravind Marikanti" userId="250da7a957f5eb55" providerId="LiveId" clId="{B65F500B-4139-441B-B063-A51CC3BEF952}" dt="2026-09-06T11:04:37.786" v="1895" actId="207"/>
          <ac:spMkLst>
            <pc:docMk/>
            <pc:sldMk cId="766983244" sldId="264"/>
            <ac:spMk id="6" creationId="{7BFDB9BD-1623-27EF-2DD8-7C0FDDD68F52}"/>
          </ac:spMkLst>
        </pc:spChg>
        <pc:spChg chg="add mod">
          <ac:chgData name="Aravind Marikanti" userId="250da7a957f5eb55" providerId="LiveId" clId="{B65F500B-4139-441B-B063-A51CC3BEF952}" dt="2026-09-06T11:05:13.460" v="1896" actId="255"/>
          <ac:spMkLst>
            <pc:docMk/>
            <pc:sldMk cId="766983244" sldId="264"/>
            <ac:spMk id="7" creationId="{56458B7C-D7C3-DC00-2209-298386806A4A}"/>
          </ac:spMkLst>
        </pc:spChg>
      </pc:sldChg>
      <pc:sldChg chg="addSp delSp modSp add del mod">
        <pc:chgData name="Aravind Marikanti" userId="250da7a957f5eb55" providerId="LiveId" clId="{B65F500B-4139-441B-B063-A51CC3BEF952}" dt="2026-09-06T12:42:37.337" v="2616" actId="2696"/>
        <pc:sldMkLst>
          <pc:docMk/>
          <pc:sldMk cId="2962210133" sldId="265"/>
        </pc:sldMkLst>
      </pc:sldChg>
      <pc:sldChg chg="addSp delSp modSp add mod ord">
        <pc:chgData name="Aravind Marikanti" userId="250da7a957f5eb55" providerId="LiveId" clId="{B65F500B-4139-441B-B063-A51CC3BEF952}" dt="2026-09-06T12:49:13.002" v="2673" actId="20577"/>
        <pc:sldMkLst>
          <pc:docMk/>
          <pc:sldMk cId="1615915727" sldId="266"/>
        </pc:sldMkLst>
        <pc:spChg chg="add mod">
          <ac:chgData name="Aravind Marikanti" userId="250da7a957f5eb55" providerId="LiveId" clId="{B65F500B-4139-441B-B063-A51CC3BEF952}" dt="2026-09-06T12:44:30.472" v="2625"/>
          <ac:spMkLst>
            <pc:docMk/>
            <pc:sldMk cId="1615915727" sldId="266"/>
            <ac:spMk id="6" creationId="{E6DA333A-8232-C569-0070-DE61029F5E84}"/>
          </ac:spMkLst>
        </pc:spChg>
      </pc:sldChg>
      <pc:sldChg chg="addSp delSp modSp add mod">
        <pc:chgData name="Aravind Marikanti" userId="250da7a957f5eb55" providerId="LiveId" clId="{B65F500B-4139-441B-B063-A51CC3BEF952}" dt="2026-09-06T13:04:11.284" v="2758" actId="1076"/>
        <pc:sldMkLst>
          <pc:docMk/>
          <pc:sldMk cId="457376663" sldId="267"/>
        </pc:sldMkLst>
      </pc:sldChg>
      <pc:sldChg chg="addSp delSp modSp add mod">
        <pc:chgData name="Aravind Marikanti" userId="250da7a957f5eb55" providerId="LiveId" clId="{B65F500B-4139-441B-B063-A51CC3BEF952}" dt="2026-09-06T12:21:37.591" v="2506" actId="21"/>
        <pc:sldMkLst>
          <pc:docMk/>
          <pc:sldMk cId="1263030974" sldId="268"/>
        </pc:sldMkLst>
        <pc:spChg chg="add mod">
          <ac:chgData name="Aravind Marikanti" userId="250da7a957f5eb55" providerId="LiveId" clId="{B65F500B-4139-441B-B063-A51CC3BEF952}" dt="2026-09-06T12:21:37.591" v="2506" actId="21"/>
          <ac:spMkLst>
            <pc:docMk/>
            <pc:sldMk cId="1263030974" sldId="268"/>
            <ac:spMk id="9" creationId="{F78E43CA-4A4C-940D-E994-57E25732F906}"/>
          </ac:spMkLst>
        </pc:spChg>
        <pc:spChg chg="add mod">
          <ac:chgData name="Aravind Marikanti" userId="250da7a957f5eb55" providerId="LiveId" clId="{B65F500B-4139-441B-B063-A51CC3BEF952}" dt="2026-09-06T12:17:13.407" v="2491" actId="20577"/>
          <ac:spMkLst>
            <pc:docMk/>
            <pc:sldMk cId="1263030974" sldId="268"/>
            <ac:spMk id="10" creationId="{0C21D081-244E-40A7-F4F1-655267F8C42A}"/>
          </ac:spMkLst>
        </pc:spChg>
      </pc:sldChg>
      <pc:sldChg chg="addSp delSp modSp add mod">
        <pc:chgData name="Aravind Marikanti" userId="250da7a957f5eb55" providerId="LiveId" clId="{B65F500B-4139-441B-B063-A51CC3BEF952}" dt="2026-09-06T11:30:52.103" v="2085" actId="255"/>
        <pc:sldMkLst>
          <pc:docMk/>
          <pc:sldMk cId="2833844627" sldId="269"/>
        </pc:sldMkLst>
        <pc:spChg chg="add mod">
          <ac:chgData name="Aravind Marikanti" userId="250da7a957f5eb55" providerId="LiveId" clId="{B65F500B-4139-441B-B063-A51CC3BEF952}" dt="2026-09-06T11:29:24.513" v="2048" actId="2711"/>
          <ac:spMkLst>
            <pc:docMk/>
            <pc:sldMk cId="2833844627" sldId="269"/>
            <ac:spMk id="7" creationId="{4FDAEB45-D4F1-A75F-E465-B1AB2B09B6AF}"/>
          </ac:spMkLst>
        </pc:spChg>
      </pc:sldChg>
      <pc:sldChg chg="addSp delSp modSp add mod">
        <pc:chgData name="Aravind Marikanti" userId="250da7a957f5eb55" providerId="LiveId" clId="{B65F500B-4139-441B-B063-A51CC3BEF952}" dt="2026-09-06T11:56:41.976" v="2292" actId="207"/>
        <pc:sldMkLst>
          <pc:docMk/>
          <pc:sldMk cId="1339476183" sldId="270"/>
        </pc:sldMkLst>
      </pc:sldChg>
      <pc:sldChg chg="new del">
        <pc:chgData name="Aravind Marikanti" userId="250da7a957f5eb55" providerId="LiveId" clId="{B65F500B-4139-441B-B063-A51CC3BEF952}" dt="2026-07-01T09:57:45.296" v="1151" actId="2696"/>
        <pc:sldMkLst>
          <pc:docMk/>
          <pc:sldMk cId="3330827551" sldId="271"/>
        </pc:sldMkLst>
      </pc:sldChg>
      <pc:sldChg chg="addSp delSp modSp add mod">
        <pc:chgData name="Aravind Marikanti" userId="250da7a957f5eb55" providerId="LiveId" clId="{B65F500B-4139-441B-B063-A51CC3BEF952}" dt="2026-09-06T12:23:47.864" v="2521" actId="207"/>
        <pc:sldMkLst>
          <pc:docMk/>
          <pc:sldMk cId="302918843" sldId="272"/>
        </pc:sldMkLst>
        <pc:spChg chg="add mod">
          <ac:chgData name="Aravind Marikanti" userId="250da7a957f5eb55" providerId="LiveId" clId="{B65F500B-4139-441B-B063-A51CC3BEF952}" dt="2026-09-06T12:23:47.864" v="2521" actId="207"/>
          <ac:spMkLst>
            <pc:docMk/>
            <pc:sldMk cId="302918843" sldId="272"/>
            <ac:spMk id="6" creationId="{92AA75F9-7EEF-6F70-FC55-5D5138E47155}"/>
          </ac:spMkLst>
        </pc:spChg>
      </pc:sldChg>
      <pc:sldChg chg="addSp delSp modSp add mod">
        <pc:chgData name="Aravind Marikanti" userId="250da7a957f5eb55" providerId="LiveId" clId="{B65F500B-4139-441B-B063-A51CC3BEF952}" dt="2026-09-06T13:02:30.453" v="2718" actId="313"/>
        <pc:sldMkLst>
          <pc:docMk/>
          <pc:sldMk cId="298454291" sldId="273"/>
        </pc:sldMkLst>
      </pc:sldChg>
      <pc:sldChg chg="addSp delSp modSp add mod">
        <pc:chgData name="Aravind Marikanti" userId="250da7a957f5eb55" providerId="LiveId" clId="{B65F500B-4139-441B-B063-A51CC3BEF952}" dt="2026-09-06T13:03:24.535" v="2739" actId="1076"/>
        <pc:sldMkLst>
          <pc:docMk/>
          <pc:sldMk cId="2805900482" sldId="274"/>
        </pc:sldMkLst>
      </pc:sldChg>
      <pc:sldChg chg="modSp add del mod">
        <pc:chgData name="Aravind Marikanti" userId="250da7a957f5eb55" providerId="LiveId" clId="{B65F500B-4139-441B-B063-A51CC3BEF952}" dt="2026-09-06T12:15:16.696" v="2476" actId="2696"/>
        <pc:sldMkLst>
          <pc:docMk/>
          <pc:sldMk cId="1449678919" sldId="275"/>
        </pc:sldMkLst>
      </pc:sldChg>
      <pc:sldChg chg="addSp delSp modSp add mod">
        <pc:chgData name="Aravind Marikanti" userId="250da7a957f5eb55" providerId="LiveId" clId="{B65F500B-4139-441B-B063-A51CC3BEF952}" dt="2026-09-06T11:55:54.531" v="2288" actId="1076"/>
        <pc:sldMkLst>
          <pc:docMk/>
          <pc:sldMk cId="65905843" sldId="276"/>
        </pc:sldMkLst>
      </pc:sldChg>
      <pc:sldChg chg="addSp delSp modSp add del mod">
        <pc:chgData name="Aravind Marikanti" userId="250da7a957f5eb55" providerId="LiveId" clId="{B65F500B-4139-441B-B063-A51CC3BEF952}" dt="2026-07-01T10:19:32.477" v="1496" actId="2696"/>
        <pc:sldMkLst>
          <pc:docMk/>
          <pc:sldMk cId="2410059977" sldId="276"/>
        </pc:sldMkLst>
      </pc:sldChg>
      <pc:sldChg chg="add del">
        <pc:chgData name="Aravind Marikanti" userId="250da7a957f5eb55" providerId="LiveId" clId="{B65F500B-4139-441B-B063-A51CC3BEF952}" dt="2026-09-06T11:43:00.572" v="2148" actId="2696"/>
        <pc:sldMkLst>
          <pc:docMk/>
          <pc:sldMk cId="2666055746" sldId="276"/>
        </pc:sldMkLst>
      </pc:sldChg>
      <pc:sldChg chg="modSp add del mod">
        <pc:chgData name="Aravind Marikanti" userId="250da7a957f5eb55" providerId="LiveId" clId="{B65F500B-4139-441B-B063-A51CC3BEF952}" dt="2026-07-02T08:55:36.623" v="1646" actId="2696"/>
        <pc:sldMkLst>
          <pc:docMk/>
          <pc:sldMk cId="2849111301" sldId="276"/>
        </pc:sldMkLst>
      </pc:sldChg>
      <pc:sldChg chg="addSp delSp modSp add mod">
        <pc:chgData name="Aravind Marikanti" userId="250da7a957f5eb55" providerId="LiveId" clId="{B65F500B-4139-441B-B063-A51CC3BEF952}" dt="2026-09-06T11:56:02.711" v="2290" actId="1076"/>
        <pc:sldMkLst>
          <pc:docMk/>
          <pc:sldMk cId="586172553" sldId="277"/>
        </pc:sldMkLst>
      </pc:sldChg>
      <pc:sldChg chg="delSp modSp add mod">
        <pc:chgData name="Aravind Marikanti" userId="250da7a957f5eb55" providerId="LiveId" clId="{B65F500B-4139-441B-B063-A51CC3BEF952}" dt="2026-09-06T12:52:01.663" v="2691" actId="14100"/>
        <pc:sldMkLst>
          <pc:docMk/>
          <pc:sldMk cId="289390939" sldId="278"/>
        </pc:sldMkLst>
        <pc:spChg chg="mod">
          <ac:chgData name="Aravind Marikanti" userId="250da7a957f5eb55" providerId="LiveId" clId="{B65F500B-4139-441B-B063-A51CC3BEF952}" dt="2026-09-06T12:50:12.214" v="2674" actId="20577"/>
          <ac:spMkLst>
            <pc:docMk/>
            <pc:sldMk cId="289390939" sldId="278"/>
            <ac:spMk id="11" creationId="{32BC9A23-7F7C-0EC8-365C-6C8F9140101A}"/>
          </ac:spMkLst>
        </pc:spChg>
      </pc:sldChg>
      <pc:sldChg chg="addSp delSp modSp new del mod">
        <pc:chgData name="Aravind Marikanti" userId="250da7a957f5eb55" providerId="LiveId" clId="{B65F500B-4139-441B-B063-A51CC3BEF952}" dt="2026-09-06T12:33:22.603" v="2581" actId="680"/>
        <pc:sldMkLst>
          <pc:docMk/>
          <pc:sldMk cId="2170477976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233CFDF-A4BF-627B-C0B8-55C06382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6548104-F7C2-BC8B-482B-3D6CBF1C2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87DC259-BFD4-DF7B-87FA-0680330188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64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CB77CF-F257-E16F-3543-8B7AAA25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1E4A21F-394A-4E83-EA02-40AC7FB78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4D56CF1-1DA9-2397-0AA7-B8F32A599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74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47A50D1-D00A-970D-B6EE-3F088311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8E49FB3-FFF5-0929-8CFF-179C943E0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C86E4A2-DCD6-95DE-A27D-AA95BA079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86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195041-67A8-489E-CB72-FEFC5960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1CB1FFB-E534-E8DC-4A62-D075CF9E3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0E28803-4112-0BFC-54FA-E8DA9F51B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44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B39BBFC-1CE3-6375-0F26-5CDD043D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EDE4E9A-4945-9ED2-C391-7284A636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40F8E23-4754-DA15-B33C-D991273DC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85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87CCB9F-CB68-CBAE-0FE4-5064CD50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5420519-AC11-CAFA-01FE-FB0150997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65EBE56-1AF9-84A0-58E3-3B3F202F5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168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F47C329-88CF-9D64-A7FB-C7AF6767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24B19CE-E028-CA27-79AA-8267B5B2A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6E06F32-4834-8AEB-EBD3-4BADC8B16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1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9A8284-6C45-EE83-B230-053E779C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5EB85C9-515C-C050-FFBD-B2B93E943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2A1E9D4-629E-BA45-CC32-6FB4CA9F2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21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B76E6C6-29D8-A93D-6BFD-517BC60C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34772A4-C4C1-C168-264B-BD839F106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960CFC8-CFB3-220F-C9DB-ED265AB9E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040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7583DDD-47B4-8BC2-193F-B4A34D35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52874DD-14AB-0145-3A52-2C3B17B23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04F188A-3A9B-54FB-2ACB-5A84CC69AE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675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5CEF64-E7CF-C770-825F-E9DD994E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45BE355-6D01-D778-FA84-A60990FD4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C175E48-65AC-7981-95C3-FBBE963BC3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303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807ABE-C6C4-B4F4-3C15-E2116177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E8FDFB9-79C4-68AF-CD9B-E4C3B221C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EF42AA8-CE2F-2872-4689-E98F6204D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85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4DAE3EC-E465-D038-681D-45D46DD6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972A2BF-00FE-40E8-885B-12E18726E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A24A2EF-EBE5-575E-A695-C1CFD3F4C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24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02293C6-0775-2792-6A7A-104F1FFD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57EACAE-1470-6FB8-A85F-C2BE454AF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7E313DC-C382-6853-29F6-C29D122F0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20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ravind15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ravind25Marikanti/Library-Database-Analysis-using-MySQ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46266"/>
            <a:ext cx="7246189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2800" dirty="0"/>
              <a:t>📚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Library Database Analysis</a:t>
            </a:r>
          </a:p>
          <a:p>
            <a:pPr algn="ctr">
              <a:buSzPts val="1800"/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(Using MySQL)</a:t>
            </a:r>
          </a:p>
          <a:p>
            <a:pPr lvl="0" algn="ctr">
              <a:buSzPts val="1800"/>
            </a:pPr>
            <a:br>
              <a:rPr lang="en-IN" sz="2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</a:br>
            <a:endParaRPr sz="280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57060-4BD2-370C-6279-F41CABA1B06F}"/>
              </a:ext>
            </a:extLst>
          </p:cNvPr>
          <p:cNvSpPr txBox="1"/>
          <p:nvPr/>
        </p:nvSpPr>
        <p:spPr>
          <a:xfrm>
            <a:off x="8748074" y="5027226"/>
            <a:ext cx="24132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/>
              <a:t> - </a:t>
            </a:r>
            <a:r>
              <a:rPr lang="en-US" sz="1600" dirty="0"/>
              <a:t>Aravind</a:t>
            </a:r>
            <a:r>
              <a:rPr lang="en-US" dirty="0"/>
              <a:t> Marikanti</a:t>
            </a:r>
          </a:p>
          <a:p>
            <a:endParaRPr lang="en-US" dirty="0"/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Batch.No </a:t>
            </a:r>
            <a:r>
              <a:rPr lang="en-US" dirty="0"/>
              <a:t>-  </a:t>
            </a:r>
            <a:r>
              <a:rPr lang="en-US" sz="1600" dirty="0"/>
              <a:t>539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89949" y="1238466"/>
            <a:ext cx="10850251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 of Technology (B.Tech) in Electronics  and Communication Engineering (ECE) . Graduated with a strong foundation in analytical thinking, problem-solving, and programming concepts. 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 Want to Learn Data Science: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Passionate about working with data to uncover meaningful insights and support data-driven decision-making. Looking to enhance my technical skills and build a successful career as a Data Scientist.</a:t>
            </a:r>
          </a:p>
          <a:p>
            <a:endParaRPr lang="en-IN"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 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xperience:</a:t>
            </a:r>
          </a:p>
          <a:p>
            <a:pPr lvl="8">
              <a:buClr>
                <a:schemeClr val="dk1"/>
              </a:buClr>
              <a:buSzPts val="24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Data Analyst at Survey Sampling International (SSI)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Cleaned, validated, and transformed data to tables to ensure accuracy and consistency for reporting.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 and  GitHub profile URLs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endParaRPr lang="en-US" sz="18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LinkedIn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https://www.linkedin.com/in/aravind155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dk1"/>
              </a:buClr>
              <a:buSzPts val="2400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GitHub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https://github.com/Aravind25Marikanti/Library-Database-Analysis-using-MySQL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89949" y="629669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Arial Black" panose="020B0A04020102020204" pitchFamily="34" charset="0"/>
                <a:ea typeface="Lato Black"/>
                <a:cs typeface="Lato Black"/>
                <a:sym typeface="Lato Black"/>
              </a:rPr>
              <a:t>About me :</a:t>
            </a:r>
            <a:endParaRPr sz="3200" b="0" i="0" u="none" strike="noStrike" cap="none" dirty="0">
              <a:solidFill>
                <a:srgbClr val="FF0000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6"/>
            <a:ext cx="10515600" cy="88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Agenda :</a:t>
            </a:r>
            <a:endParaRPr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58636" y="725864"/>
            <a:ext cx="10515600" cy="636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Introduction &amp; Project Overview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Project Objectives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Technology Stack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000" b="1" dirty="0"/>
              <a:t>Database / Dataset Overview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000" b="1" dirty="0"/>
              <a:t>Database Schema / ER Diagram</a:t>
            </a:r>
          </a:p>
          <a:p>
            <a:pPr marL="114300" indent="0">
              <a:spcBef>
                <a:spcPts val="600"/>
              </a:spcBef>
              <a:buNone/>
              <a:defRPr sz="1300">
                <a:solidFill>
                  <a:srgbClr val="232B32"/>
                </a:solidFill>
                <a:latin typeface="Aptos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SQL Queries &amp; Analysis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Key Insights</a:t>
            </a:r>
          </a:p>
          <a:p>
            <a:pPr marL="114300" indent="0">
              <a:buNone/>
              <a:defRPr sz="2700" b="1">
                <a:solidFill>
                  <a:srgbClr val="1F3A5F"/>
                </a:solidFill>
                <a:latin typeface="Aptos Display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Challenges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Conclusion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Thank you</a:t>
            </a: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endParaRPr lang="en-I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endParaRPr lang="en-I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spcAft>
                <a:spcPts val="1100"/>
              </a:spcAft>
              <a:buNone/>
              <a:defRPr sz="1800">
                <a:solidFill>
                  <a:srgbClr val="191919"/>
                </a:solidFill>
                <a:latin typeface="Calibri"/>
              </a:defRPr>
            </a:pPr>
            <a:endParaRPr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A4D5039-76A0-04F1-BA33-1898511D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6D8233-B946-14A8-4453-B04B22E32DA4}"/>
              </a:ext>
            </a:extLst>
          </p:cNvPr>
          <p:cNvSpPr txBox="1"/>
          <p:nvPr/>
        </p:nvSpPr>
        <p:spPr>
          <a:xfrm>
            <a:off x="531201" y="190893"/>
            <a:ext cx="74398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  <a:ea typeface="Gadugi" panose="020B0502040204020203" pitchFamily="34" charset="0"/>
              </a:rPr>
              <a:t>Introduction &amp; Project Overview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98B9C4F-1679-2D05-C510-FE690742176F}"/>
              </a:ext>
            </a:extLst>
          </p:cNvPr>
          <p:cNvSpPr/>
          <p:nvPr/>
        </p:nvSpPr>
        <p:spPr>
          <a:xfrm>
            <a:off x="8050491" y="1797491"/>
            <a:ext cx="3073137" cy="2612167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Focus</a:t>
            </a:r>
          </a:p>
          <a:p>
            <a:pPr algn="ctr">
              <a:defRPr sz="1600" b="1">
                <a:solidFill>
                  <a:srgbClr val="1F3A5F"/>
                </a:solidFill>
                <a:latin typeface="Aptos"/>
              </a:defRPr>
            </a:pPr>
            <a:endParaRPr lang="en-US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Database</a:t>
            </a:r>
          </a:p>
          <a:p>
            <a:pPr marL="285750" indent="-285750" algn="ctr">
              <a:buFont typeface="Arial" panose="020B0604020202020204" pitchFamily="34" charset="0"/>
              <a:buChar char="•"/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Tables</a:t>
            </a:r>
          </a:p>
          <a:p>
            <a:pPr marL="285750" indent="-285750" algn="ctr">
              <a:buFont typeface="Arial" panose="020B0604020202020204" pitchFamily="34" charset="0"/>
              <a:buChar char="•"/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Database</a:t>
            </a:r>
          </a:p>
          <a:p>
            <a:pPr marL="285750" indent="-285750" algn="ctr">
              <a:buFont typeface="Arial" panose="020B0604020202020204" pitchFamily="34" charset="0"/>
              <a:buChar char="•"/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Analysing Database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0CFA2-B322-7DE7-1E77-41AB9B7801E0}"/>
              </a:ext>
            </a:extLst>
          </p:cNvPr>
          <p:cNvSpPr txBox="1"/>
          <p:nvPr/>
        </p:nvSpPr>
        <p:spPr>
          <a:xfrm>
            <a:off x="868680" y="1257300"/>
            <a:ext cx="62636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A5F"/>
                </a:solidFill>
                <a:latin typeface="Aptos"/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and </a:t>
            </a: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a library database using MySQL. The database connects books, authors, publishers, library branches, borrowers, book copies, and book loans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tables</a:t>
            </a: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40DA6-D659-C97F-12AC-B5F464F0101E}"/>
              </a:ext>
            </a:extLst>
          </p:cNvPr>
          <p:cNvSpPr txBox="1"/>
          <p:nvPr/>
        </p:nvSpPr>
        <p:spPr>
          <a:xfrm>
            <a:off x="868680" y="3101608"/>
            <a:ext cx="609442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  <a:p>
            <a:pPr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relational database queries to answer practical library-management questions and retrieve information about book availability, borrowing activity, branches, and loans etc.,</a:t>
            </a:r>
          </a:p>
        </p:txBody>
      </p:sp>
    </p:spTree>
    <p:extLst>
      <p:ext uri="{BB962C8B-B14F-4D97-AF65-F5344CB8AC3E}">
        <p14:creationId xmlns:p14="http://schemas.microsoft.com/office/powerpoint/2010/main" val="244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9F9A1ED-9ECD-87F4-F68D-D249EB5E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4AD82F3-51FA-90F0-1F36-CA237E204147}"/>
              </a:ext>
            </a:extLst>
          </p:cNvPr>
          <p:cNvSpPr txBox="1"/>
          <p:nvPr/>
        </p:nvSpPr>
        <p:spPr>
          <a:xfrm>
            <a:off x="502920" y="228600"/>
            <a:ext cx="4334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rial Black" panose="020B0A040201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Objectives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196DE-58FE-DA60-48C4-6A2002C066D0}"/>
              </a:ext>
            </a:extLst>
          </p:cNvPr>
          <p:cNvSpPr txBox="1"/>
          <p:nvPr/>
        </p:nvSpPr>
        <p:spPr>
          <a:xfrm>
            <a:off x="1772239" y="64573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A11D4-1AF3-DFF8-0CDC-5F34356E9686}"/>
              </a:ext>
            </a:extLst>
          </p:cNvPr>
          <p:cNvSpPr txBox="1"/>
          <p:nvPr/>
        </p:nvSpPr>
        <p:spPr>
          <a:xfrm>
            <a:off x="1114721" y="1259572"/>
            <a:ext cx="1043311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number of copies of a specific book available at library branches.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book-copy availability across branches.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borrowers who do not have books checked out.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loan details based on branch and due date.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total number of books loaned from each branch.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borrowers who have more than five books checked out.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Stephen King books and their copies at the Central branch.</a:t>
            </a:r>
          </a:p>
        </p:txBody>
      </p:sp>
    </p:spTree>
    <p:extLst>
      <p:ext uri="{BB962C8B-B14F-4D97-AF65-F5344CB8AC3E}">
        <p14:creationId xmlns:p14="http://schemas.microsoft.com/office/powerpoint/2010/main" val="384941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9521BD5-EA58-01A5-6CAA-20108E8F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FDB9BD-1623-27EF-2DD8-7C0FDDD68F52}"/>
              </a:ext>
            </a:extLst>
          </p:cNvPr>
          <p:cNvSpPr txBox="1"/>
          <p:nvPr/>
        </p:nvSpPr>
        <p:spPr>
          <a:xfrm>
            <a:off x="502920" y="228600"/>
            <a:ext cx="42242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Technology Stack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6458B7C-D7C3-DC00-2209-298386806A4A}"/>
              </a:ext>
            </a:extLst>
          </p:cNvPr>
          <p:cNvSpPr/>
          <p:nvPr/>
        </p:nvSpPr>
        <p:spPr>
          <a:xfrm>
            <a:off x="731520" y="1143000"/>
            <a:ext cx="3063240" cy="1636493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MySQL</a:t>
            </a:r>
          </a:p>
          <a:p>
            <a:pPr algn="ctr"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database management system used to create tables and execute SQL queries.</a:t>
            </a:r>
          </a:p>
          <a:p>
            <a:pPr>
              <a:spcBef>
                <a:spcPts val="500"/>
              </a:spcBef>
              <a:defRPr sz="1350">
                <a:solidFill>
                  <a:srgbClr val="191919"/>
                </a:solidFill>
                <a:latin typeface="Calibri"/>
              </a:defRPr>
            </a:pPr>
            <a:endParaRPr sz="1800" dirty="0"/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A574B1DF-8BF9-0C7B-4352-5344DC90AC56}"/>
              </a:ext>
            </a:extLst>
          </p:cNvPr>
          <p:cNvSpPr/>
          <p:nvPr/>
        </p:nvSpPr>
        <p:spPr>
          <a:xfrm>
            <a:off x="4069080" y="1142999"/>
            <a:ext cx="3063240" cy="1636493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SQL</a:t>
            </a:r>
          </a:p>
          <a:p>
            <a:pPr algn="ctr"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data retrieval, filtering, joining, grouping and aggregation.</a:t>
            </a:r>
          </a:p>
          <a:p>
            <a:pPr>
              <a:spcBef>
                <a:spcPts val="500"/>
              </a:spcBef>
              <a:defRPr sz="1350">
                <a:solidFill>
                  <a:srgbClr val="191919"/>
                </a:solidFill>
                <a:latin typeface="Calibri"/>
              </a:defRPr>
            </a:pPr>
            <a:endParaRPr sz="18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E793ACE-418B-FD05-A630-F9C0FB329055}"/>
              </a:ext>
            </a:extLst>
          </p:cNvPr>
          <p:cNvSpPr/>
          <p:nvPr/>
        </p:nvSpPr>
        <p:spPr>
          <a:xfrm>
            <a:off x="7406640" y="1142998"/>
            <a:ext cx="3063240" cy="1636493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Relational Database</a:t>
            </a:r>
          </a:p>
          <a:p>
            <a:pPr algn="ctr"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keys and foreign keys establish relationships between tables.</a:t>
            </a:r>
          </a:p>
          <a:p>
            <a:pPr>
              <a:spcBef>
                <a:spcPts val="500"/>
              </a:spcBef>
              <a:defRPr sz="1350">
                <a:solidFill>
                  <a:srgbClr val="191919"/>
                </a:solidFill>
                <a:latin typeface="Calibri"/>
              </a:defRPr>
            </a:pPr>
            <a:endParaRPr sz="1800" dirty="0"/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F13FDFF-0D4F-57BC-8988-F617B927C191}"/>
              </a:ext>
            </a:extLst>
          </p:cNvPr>
          <p:cNvSpPr/>
          <p:nvPr/>
        </p:nvSpPr>
        <p:spPr>
          <a:xfrm>
            <a:off x="731520" y="3175419"/>
            <a:ext cx="4839722" cy="1636493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Joins &amp; Relationships</a:t>
            </a:r>
          </a:p>
          <a:p>
            <a:pPr algn="ctr"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related information from tables. Joins used to combine tables</a:t>
            </a:r>
          </a:p>
          <a:p>
            <a:pPr>
              <a:spcBef>
                <a:spcPts val="500"/>
              </a:spcBef>
              <a:defRPr sz="1350">
                <a:solidFill>
                  <a:srgbClr val="191919"/>
                </a:solidFill>
                <a:latin typeface="Calibri"/>
              </a:defRPr>
            </a:pPr>
            <a:endParaRPr sz="1800" dirty="0"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B4280E-92FF-89BD-5C54-7C01B4548CF0}"/>
              </a:ext>
            </a:extLst>
          </p:cNvPr>
          <p:cNvSpPr/>
          <p:nvPr/>
        </p:nvSpPr>
        <p:spPr>
          <a:xfrm>
            <a:off x="5957740" y="3175419"/>
            <a:ext cx="4512140" cy="1636493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Aggregate &amp; Clauses</a:t>
            </a:r>
          </a:p>
          <a:p>
            <a:pPr algn="ctr"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COUNT(), GROUP BY and HAVING etc., support analysis on the tables.</a:t>
            </a:r>
          </a:p>
          <a:p>
            <a:pPr>
              <a:spcBef>
                <a:spcPts val="500"/>
              </a:spcBef>
              <a:defRPr sz="1350">
                <a:solidFill>
                  <a:srgbClr val="191919"/>
                </a:solidFill>
                <a:latin typeface="Calibri"/>
              </a:defRPr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76698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EE4BB0-743C-DFC9-8731-BE90E1E6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DA333A-8232-C569-0070-DE61029F5E84}"/>
              </a:ext>
            </a:extLst>
          </p:cNvPr>
          <p:cNvSpPr txBox="1"/>
          <p:nvPr/>
        </p:nvSpPr>
        <p:spPr>
          <a:xfrm>
            <a:off x="531200" y="234401"/>
            <a:ext cx="66832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Database / Dataset Overview</a:t>
            </a:r>
            <a:endParaRPr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E771B0-91C7-3E50-A851-4119E440B801}"/>
              </a:ext>
            </a:extLst>
          </p:cNvPr>
          <p:cNvSpPr txBox="1"/>
          <p:nvPr/>
        </p:nvSpPr>
        <p:spPr>
          <a:xfrm>
            <a:off x="731520" y="1280160"/>
            <a:ext cx="5486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32B32"/>
                </a:solidFill>
                <a:latin typeface="Aptos"/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the required tables according to the project schema.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32B32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whether imported column names matched the supplied CSV files.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32B32"/>
                </a:solidFill>
                <a:latin typeface="Aptos"/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primary-key constraints for the main entities.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32B32"/>
                </a:solidFill>
                <a:latin typeface="Aptos"/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foreign-key constraints to establish table relationships.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32B32"/>
                </a:solidFill>
                <a:latin typeface="Aptos"/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the database for the seven analysis questions.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50477E-7603-75D3-8538-1E0B23E336E8}"/>
              </a:ext>
            </a:extLst>
          </p:cNvPr>
          <p:cNvSpPr/>
          <p:nvPr/>
        </p:nvSpPr>
        <p:spPr>
          <a:xfrm>
            <a:off x="7214440" y="914401"/>
            <a:ext cx="4446360" cy="4151412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600" b="1">
                <a:solidFill>
                  <a:srgbClr val="1F3A5F"/>
                </a:solidFill>
                <a:latin typeface="Aptos"/>
              </a:defRPr>
            </a:pPr>
            <a:r>
              <a:rPr lang="en-US" sz="1800" dirty="0"/>
              <a:t>Tables in the Database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tbl_publisher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tbl_book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tbl_book_authors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tbl_library_branch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tbl_book_copies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tbl_borrower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 sz="1400">
                <a:solidFill>
                  <a:srgbClr val="232B32"/>
                </a:solidFill>
                <a:latin typeface="Aptos"/>
              </a:defRPr>
            </a:pPr>
            <a:r>
              <a:rPr lang="en-US" sz="1600" dirty="0"/>
              <a:t>tbl_book_loans</a:t>
            </a:r>
          </a:p>
          <a:p>
            <a:pPr algn="ctr">
              <a:defRPr sz="1600" b="1">
                <a:solidFill>
                  <a:srgbClr val="1F3A5F"/>
                </a:solidFill>
                <a:latin typeface="Aptos"/>
              </a:defRPr>
            </a:pPr>
            <a:endParaRPr lang="en-US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1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8D909B8-609B-BDED-3CE2-B3516DA0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DAEB45-D4F1-A75F-E465-B1AB2B09B6AF}"/>
              </a:ext>
            </a:extLst>
          </p:cNvPr>
          <p:cNvSpPr txBox="1"/>
          <p:nvPr/>
        </p:nvSpPr>
        <p:spPr>
          <a:xfrm>
            <a:off x="502920" y="228600"/>
            <a:ext cx="725551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D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atabase Schema / ER Diagram</a:t>
            </a:r>
            <a:endParaRPr lang="en-IN" sz="3200" b="1" dirty="0"/>
          </a:p>
          <a:p>
            <a:endParaRPr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E1D9D-5A74-5DE4-C7AD-4A7A947C5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878" y="978031"/>
            <a:ext cx="8352244" cy="490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4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46AA636-FA01-CE01-04C1-C9948C9B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2BC9A23-7F7C-0EC8-365C-6C8F9140101A}"/>
              </a:ext>
            </a:extLst>
          </p:cNvPr>
          <p:cNvSpPr txBox="1"/>
          <p:nvPr/>
        </p:nvSpPr>
        <p:spPr>
          <a:xfrm>
            <a:off x="502920" y="228600"/>
            <a:ext cx="54938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SQL Queries &amp; Analysis</a:t>
            </a:r>
            <a:endParaRPr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FBDCD-28A6-15AB-1AC1-851771E38C9A}"/>
              </a:ext>
            </a:extLst>
          </p:cNvPr>
          <p:cNvSpPr txBox="1"/>
          <p:nvPr/>
        </p:nvSpPr>
        <p:spPr>
          <a:xfrm>
            <a:off x="656953" y="1607551"/>
            <a:ext cx="49019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solidFill>
                  <a:srgbClr val="002060"/>
                </a:solidFill>
              </a:rPr>
              <a:t>How many copies of the book titled "The Lost Tribe" are owned by the library branch whose name is "Sharpstown"?</a:t>
            </a:r>
          </a:p>
          <a:p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7A28F-A44E-27D7-2E8D-BFC4AE7D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72135"/>
            <a:ext cx="5593080" cy="2494847"/>
          </a:xfrm>
          <a:prstGeom prst="rect">
            <a:avLst/>
          </a:prstGeom>
        </p:spPr>
      </p:pic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0F406334-32EA-4378-5F39-026578BC7F3A}"/>
              </a:ext>
            </a:extLst>
          </p:cNvPr>
          <p:cNvSpPr/>
          <p:nvPr/>
        </p:nvSpPr>
        <p:spPr>
          <a:xfrm>
            <a:off x="407904" y="5104143"/>
            <a:ext cx="5394960" cy="1024109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F2BCF-213F-4FA6-957D-838BE7CBB873}"/>
              </a:ext>
            </a:extLst>
          </p:cNvPr>
          <p:cNvSpPr txBox="1"/>
          <p:nvPr/>
        </p:nvSpPr>
        <p:spPr>
          <a:xfrm>
            <a:off x="2532930" y="5140899"/>
            <a:ext cx="77136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09E60-8281-F5CF-F02D-4166C30224E5}"/>
              </a:ext>
            </a:extLst>
          </p:cNvPr>
          <p:cNvSpPr txBox="1"/>
          <p:nvPr/>
        </p:nvSpPr>
        <p:spPr>
          <a:xfrm>
            <a:off x="654414" y="5389588"/>
            <a:ext cx="4764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There are 5 copies of the book titled "The Lost Tribe" are owned by the library branch whose name is "Sharpstown"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C0DA2-AC26-AE48-4AF4-6D0AB3A91168}"/>
              </a:ext>
            </a:extLst>
          </p:cNvPr>
          <p:cNvSpPr txBox="1"/>
          <p:nvPr/>
        </p:nvSpPr>
        <p:spPr>
          <a:xfrm>
            <a:off x="6715026" y="1607551"/>
            <a:ext cx="4901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sz="1600" b="1" dirty="0">
                <a:solidFill>
                  <a:srgbClr val="002060"/>
                </a:solidFill>
              </a:rPr>
              <a:t>How many copies of the book titled "The Lost Tribe" are owned by each library branch?</a:t>
            </a:r>
          </a:p>
          <a:p>
            <a:pPr marL="342900" indent="-342900">
              <a:buFont typeface="+mj-lt"/>
              <a:buAutoNum type="arabicPeriod" startAt="2"/>
            </a:pPr>
            <a:endParaRPr lang="en-IN" sz="1600" b="1" dirty="0">
              <a:solidFill>
                <a:srgbClr val="002060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A0207-DBAF-F4BC-A83B-79DD4BF3B296}"/>
              </a:ext>
            </a:extLst>
          </p:cNvPr>
          <p:cNvSpPr txBox="1"/>
          <p:nvPr/>
        </p:nvSpPr>
        <p:spPr>
          <a:xfrm>
            <a:off x="4799814" y="942313"/>
            <a:ext cx="25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Questions 1 &amp; 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C251B5-DDE3-1158-2102-353074DF3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239" y="2472135"/>
            <a:ext cx="5769204" cy="2632008"/>
          </a:xfrm>
          <a:prstGeom prst="rect">
            <a:avLst/>
          </a:prstGeom>
        </p:spPr>
      </p:pic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8A5FDA98-74F4-9D0F-1665-35C41B939AC2}"/>
              </a:ext>
            </a:extLst>
          </p:cNvPr>
          <p:cNvSpPr/>
          <p:nvPr/>
        </p:nvSpPr>
        <p:spPr>
          <a:xfrm>
            <a:off x="6463960" y="5104143"/>
            <a:ext cx="5394960" cy="91958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EDAE10-75D8-2012-D9A6-05BD08FDAFD8}"/>
              </a:ext>
            </a:extLst>
          </p:cNvPr>
          <p:cNvSpPr txBox="1"/>
          <p:nvPr/>
        </p:nvSpPr>
        <p:spPr>
          <a:xfrm>
            <a:off x="8595912" y="5152402"/>
            <a:ext cx="7713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endParaRPr lang="en-US" dirty="0"/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A6408D-1813-D522-6111-899AFF9DDB41}"/>
              </a:ext>
            </a:extLst>
          </p:cNvPr>
          <p:cNvSpPr txBox="1"/>
          <p:nvPr/>
        </p:nvSpPr>
        <p:spPr>
          <a:xfrm>
            <a:off x="6715026" y="5398624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5 copies of the book titled "The Lost Tribe" are owned by each library branch</a:t>
            </a:r>
          </a:p>
        </p:txBody>
      </p:sp>
    </p:spTree>
    <p:extLst>
      <p:ext uri="{BB962C8B-B14F-4D97-AF65-F5344CB8AC3E}">
        <p14:creationId xmlns:p14="http://schemas.microsoft.com/office/powerpoint/2010/main" val="289390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DA90B6A-706B-9877-8541-36AD4279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1D323C-458D-D290-DE8B-F83B7C943B59}"/>
              </a:ext>
            </a:extLst>
          </p:cNvPr>
          <p:cNvSpPr txBox="1"/>
          <p:nvPr/>
        </p:nvSpPr>
        <p:spPr>
          <a:xfrm>
            <a:off x="410443" y="1015192"/>
            <a:ext cx="8139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rgbClr val="002060"/>
                </a:solidFill>
              </a:rPr>
              <a:t>Retrieve the names of all borrowers who do not have any books checked out.</a:t>
            </a:r>
          </a:p>
          <a:p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60A859E-BF03-4A34-A749-2E8D0A508E4B}"/>
              </a:ext>
            </a:extLst>
          </p:cNvPr>
          <p:cNvSpPr/>
          <p:nvPr/>
        </p:nvSpPr>
        <p:spPr>
          <a:xfrm>
            <a:off x="3695809" y="4657114"/>
            <a:ext cx="5394960" cy="1185694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CFB29-105C-9907-2D38-74B24E440910}"/>
              </a:ext>
            </a:extLst>
          </p:cNvPr>
          <p:cNvSpPr txBox="1"/>
          <p:nvPr/>
        </p:nvSpPr>
        <p:spPr>
          <a:xfrm>
            <a:off x="5478468" y="4765688"/>
            <a:ext cx="8050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F65328-DECD-8DF7-6C43-2B3A53F2ADD4}"/>
              </a:ext>
            </a:extLst>
          </p:cNvPr>
          <p:cNvSpPr txBox="1"/>
          <p:nvPr/>
        </p:nvSpPr>
        <p:spPr>
          <a:xfrm>
            <a:off x="3860401" y="5162267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“Jane Smith” is the only borrower who don’t have any books checked out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82493-3458-E283-E34E-94CE5BD6A00C}"/>
              </a:ext>
            </a:extLst>
          </p:cNvPr>
          <p:cNvSpPr txBox="1"/>
          <p:nvPr/>
        </p:nvSpPr>
        <p:spPr>
          <a:xfrm>
            <a:off x="4667839" y="305213"/>
            <a:ext cx="25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Question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20613-F548-358E-B241-2E0A61AB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7" y="1737127"/>
            <a:ext cx="8658143" cy="25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9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8387F70-B685-5D5F-FDBC-C6612B27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20F454-1451-7F1C-15F2-451DF565C0F0}"/>
              </a:ext>
            </a:extLst>
          </p:cNvPr>
          <p:cNvSpPr txBox="1"/>
          <p:nvPr/>
        </p:nvSpPr>
        <p:spPr>
          <a:xfrm>
            <a:off x="826102" y="1015192"/>
            <a:ext cx="9053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</a:rPr>
              <a:t>For each book that is loaned out from the "Sharpstown" branch and whose DueDate is 2/3/18, retrieve the book title, the borrower's name, and the borrower's address. </a:t>
            </a:r>
          </a:p>
          <a:p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548BFD-EB61-8E4F-0F6D-4D2E27CA11A0}"/>
              </a:ext>
            </a:extLst>
          </p:cNvPr>
          <p:cNvSpPr txBox="1"/>
          <p:nvPr/>
        </p:nvSpPr>
        <p:spPr>
          <a:xfrm>
            <a:off x="4667839" y="305213"/>
            <a:ext cx="25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Question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4A154-4FD1-C098-940F-F490413A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425" y="1753857"/>
            <a:ext cx="9557399" cy="3638275"/>
          </a:xfrm>
          <a:prstGeom prst="rect">
            <a:avLst/>
          </a:prstGeom>
        </p:spPr>
      </p:pic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7EC21174-F8E3-20A5-887C-6F1059151969}"/>
              </a:ext>
            </a:extLst>
          </p:cNvPr>
          <p:cNvSpPr/>
          <p:nvPr/>
        </p:nvSpPr>
        <p:spPr>
          <a:xfrm>
            <a:off x="3592992" y="5249961"/>
            <a:ext cx="5394960" cy="1185694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BF3D5-A3DB-55B6-893E-AE44B19CB800}"/>
              </a:ext>
            </a:extLst>
          </p:cNvPr>
          <p:cNvSpPr txBox="1"/>
          <p:nvPr/>
        </p:nvSpPr>
        <p:spPr>
          <a:xfrm>
            <a:off x="5526481" y="5350364"/>
            <a:ext cx="8050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 </a:t>
            </a:r>
            <a:endParaRPr lang="en-US" dirty="0"/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84F09-6C71-3FD7-7726-9053E673AC49}"/>
              </a:ext>
            </a:extLst>
          </p:cNvPr>
          <p:cNvSpPr txBox="1"/>
          <p:nvPr/>
        </p:nvSpPr>
        <p:spPr>
          <a:xfrm>
            <a:off x="3757584" y="5647392"/>
            <a:ext cx="4764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There are 6 books total as we seen in above output table who taken book from "Sharpstown" branch and whose DueDate is 2/3/18</a:t>
            </a:r>
          </a:p>
        </p:txBody>
      </p:sp>
    </p:spTree>
    <p:extLst>
      <p:ext uri="{BB962C8B-B14F-4D97-AF65-F5344CB8AC3E}">
        <p14:creationId xmlns:p14="http://schemas.microsoft.com/office/powerpoint/2010/main" val="240904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8413A6C-FE1A-F577-A580-55313B86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E729D-FCC4-AAD1-3E87-3C0BB41BD4CF}"/>
              </a:ext>
            </a:extLst>
          </p:cNvPr>
          <p:cNvSpPr txBox="1"/>
          <p:nvPr/>
        </p:nvSpPr>
        <p:spPr>
          <a:xfrm>
            <a:off x="656953" y="842483"/>
            <a:ext cx="106080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rgbClr val="002060"/>
                </a:solidFill>
              </a:rPr>
              <a:t>For each library branch, retrieve the branch name and the total number of books loaned out from that branch.</a:t>
            </a:r>
          </a:p>
          <a:p>
            <a:pPr marL="342900" indent="-342900">
              <a:buFont typeface="+mj-lt"/>
              <a:buAutoNum type="arabicPeriod" startAt="5"/>
            </a:pPr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0BD46EB0-D43A-3588-FAD4-138569DF8B82}"/>
              </a:ext>
            </a:extLst>
          </p:cNvPr>
          <p:cNvSpPr/>
          <p:nvPr/>
        </p:nvSpPr>
        <p:spPr>
          <a:xfrm>
            <a:off x="3709825" y="5293582"/>
            <a:ext cx="5394960" cy="90072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E3342-9D74-9867-96B9-92D432B1DB13}"/>
              </a:ext>
            </a:extLst>
          </p:cNvPr>
          <p:cNvSpPr txBox="1"/>
          <p:nvPr/>
        </p:nvSpPr>
        <p:spPr>
          <a:xfrm>
            <a:off x="5776129" y="5326649"/>
            <a:ext cx="77136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95864-A9DC-805D-FB94-92B68ED77610}"/>
              </a:ext>
            </a:extLst>
          </p:cNvPr>
          <p:cNvSpPr txBox="1"/>
          <p:nvPr/>
        </p:nvSpPr>
        <p:spPr>
          <a:xfrm>
            <a:off x="3956335" y="5593361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Books loaned out from each branch are </a:t>
            </a:r>
            <a:r>
              <a:rPr lang="en-US" b="1" dirty="0">
                <a:solidFill>
                  <a:srgbClr val="002060"/>
                </a:solidFill>
              </a:rPr>
              <a:t>Sharpstown-10, Central-11, Saline-10, Ann Arbor-</a:t>
            </a:r>
            <a:r>
              <a:rPr lang="en-IN" b="1" dirty="0">
                <a:solidFill>
                  <a:srgbClr val="002060"/>
                </a:solidFill>
              </a:rPr>
              <a:t>20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F43FB-F234-A82A-908D-BB495F1F9658}"/>
              </a:ext>
            </a:extLst>
          </p:cNvPr>
          <p:cNvSpPr txBox="1"/>
          <p:nvPr/>
        </p:nvSpPr>
        <p:spPr>
          <a:xfrm>
            <a:off x="6646114" y="842483"/>
            <a:ext cx="4901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b="1" dirty="0">
              <a:solidFill>
                <a:srgbClr val="002060"/>
              </a:solidFill>
            </a:endParaRPr>
          </a:p>
          <a:p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56786A-E0F7-7119-FBF4-B9B2C32ADFBD}"/>
              </a:ext>
            </a:extLst>
          </p:cNvPr>
          <p:cNvSpPr txBox="1"/>
          <p:nvPr/>
        </p:nvSpPr>
        <p:spPr>
          <a:xfrm>
            <a:off x="4724400" y="305213"/>
            <a:ext cx="25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Question 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D0DE01-7F46-44AB-B6D4-A1F098070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53" y="1564418"/>
            <a:ext cx="11193407" cy="353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3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1C4F940-0E18-4840-B7B1-2261B68E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672A88-495F-9CA4-54DE-6E2D86802AAB}"/>
              </a:ext>
            </a:extLst>
          </p:cNvPr>
          <p:cNvSpPr txBox="1"/>
          <p:nvPr/>
        </p:nvSpPr>
        <p:spPr>
          <a:xfrm>
            <a:off x="518474" y="842483"/>
            <a:ext cx="110295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</a:rPr>
              <a:t>Retrieve the names, addresses, and number of books checked out for all borrowers who have more than five books checked out.</a:t>
            </a:r>
          </a:p>
          <a:p>
            <a:endParaRPr lang="en-IN" sz="1600" b="1" dirty="0">
              <a:solidFill>
                <a:srgbClr val="002060"/>
              </a:solidFill>
            </a:endParaRPr>
          </a:p>
          <a:p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32D08-1362-52CE-6163-895FA8393914}"/>
              </a:ext>
            </a:extLst>
          </p:cNvPr>
          <p:cNvSpPr txBox="1"/>
          <p:nvPr/>
        </p:nvSpPr>
        <p:spPr>
          <a:xfrm>
            <a:off x="4724400" y="305213"/>
            <a:ext cx="25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Question 6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BD6D2DA5-9527-593F-56E8-BEA800CCC88A}"/>
              </a:ext>
            </a:extLst>
          </p:cNvPr>
          <p:cNvSpPr/>
          <p:nvPr/>
        </p:nvSpPr>
        <p:spPr>
          <a:xfrm>
            <a:off x="3965857" y="5192796"/>
            <a:ext cx="5394960" cy="90072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CF72E-8EE1-B817-B356-09B8678722CA}"/>
              </a:ext>
            </a:extLst>
          </p:cNvPr>
          <p:cNvSpPr txBox="1"/>
          <p:nvPr/>
        </p:nvSpPr>
        <p:spPr>
          <a:xfrm>
            <a:off x="6060102" y="5192797"/>
            <a:ext cx="7713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endParaRPr lang="en-US" dirty="0"/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F4809-06F2-E122-D557-B5DB93535636}"/>
              </a:ext>
            </a:extLst>
          </p:cNvPr>
          <p:cNvSpPr txBox="1"/>
          <p:nvPr/>
        </p:nvSpPr>
        <p:spPr>
          <a:xfrm>
            <a:off x="4245159" y="5514501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Total of 6 members, checked out with </a:t>
            </a:r>
            <a:r>
              <a:rPr lang="en-IN" b="1" dirty="0">
                <a:solidFill>
                  <a:srgbClr val="002060"/>
                </a:solidFill>
              </a:rPr>
              <a:t>more than five books. We can find names, addresses in above table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F2A366-A2C0-B8BC-A48D-35879D51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75" y="1451729"/>
            <a:ext cx="11627682" cy="358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6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B2EB6DC-9D81-33B7-34FD-0BE609EB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9EC0EF-FE67-51FA-70A0-E7A1AAE8BA89}"/>
              </a:ext>
            </a:extLst>
          </p:cNvPr>
          <p:cNvSpPr txBox="1"/>
          <p:nvPr/>
        </p:nvSpPr>
        <p:spPr>
          <a:xfrm>
            <a:off x="518474" y="842483"/>
            <a:ext cx="110295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rgbClr val="002060"/>
                </a:solidFill>
              </a:rPr>
              <a:t>For each book authored by "Stephen King", retrieve the title and the number of copies owned by the library branch whose name is "Central".</a:t>
            </a:r>
          </a:p>
          <a:p>
            <a:pPr marL="342900" indent="-342900">
              <a:buFont typeface="+mj-lt"/>
              <a:buAutoNum type="arabicPeriod" startAt="7"/>
            </a:pPr>
            <a:endParaRPr lang="en-IN" sz="1600" b="1" dirty="0">
              <a:solidFill>
                <a:srgbClr val="002060"/>
              </a:solidFill>
            </a:endParaRPr>
          </a:p>
          <a:p>
            <a:pPr marL="342900" indent="-342900">
              <a:buFont typeface="+mj-lt"/>
              <a:buAutoNum type="arabicPeriod" startAt="7"/>
            </a:pPr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EB3EA-06AC-406D-268C-F258F12442A4}"/>
              </a:ext>
            </a:extLst>
          </p:cNvPr>
          <p:cNvSpPr txBox="1"/>
          <p:nvPr/>
        </p:nvSpPr>
        <p:spPr>
          <a:xfrm>
            <a:off x="4724400" y="305213"/>
            <a:ext cx="25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Question 7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2F51A1DA-EF4F-0E30-952F-2CDBFD374378}"/>
              </a:ext>
            </a:extLst>
          </p:cNvPr>
          <p:cNvSpPr/>
          <p:nvPr/>
        </p:nvSpPr>
        <p:spPr>
          <a:xfrm>
            <a:off x="3965857" y="5043340"/>
            <a:ext cx="5394960" cy="1050182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2060"/>
                </a:solidFill>
              </a:rPr>
              <a:t>Books authored by “Stephen King” are “It”, “The Green Mile”. Each book has 5 copies at “Central” library branch.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792052-95F0-83B1-EE76-B6A23AEFD529}"/>
              </a:ext>
            </a:extLst>
          </p:cNvPr>
          <p:cNvSpPr txBox="1"/>
          <p:nvPr/>
        </p:nvSpPr>
        <p:spPr>
          <a:xfrm>
            <a:off x="6096000" y="5075988"/>
            <a:ext cx="7713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endParaRPr lang="en-US" dirty="0"/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D05FB-73DA-D1E1-E174-77490A98A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4" y="1574276"/>
            <a:ext cx="11674852" cy="320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9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A79AEA5-2C45-117B-D0D9-4133DE9C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AA75F9-7EEF-6F70-FC55-5D5138E47155}"/>
              </a:ext>
            </a:extLst>
          </p:cNvPr>
          <p:cNvSpPr txBox="1"/>
          <p:nvPr/>
        </p:nvSpPr>
        <p:spPr>
          <a:xfrm>
            <a:off x="502920" y="228600"/>
            <a:ext cx="298831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Key Insights</a:t>
            </a:r>
          </a:p>
          <a:p>
            <a:endParaRPr lang="en-IN" sz="3200" b="1" dirty="0">
              <a:solidFill>
                <a:srgbClr val="FF0000"/>
              </a:solidFill>
              <a:latin typeface="Arial Black" panose="020B0A040201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735D92EB-4ABD-A09D-4EE8-287A8A356CD0}"/>
              </a:ext>
            </a:extLst>
          </p:cNvPr>
          <p:cNvSpPr/>
          <p:nvPr/>
        </p:nvSpPr>
        <p:spPr>
          <a:xfrm>
            <a:off x="339364" y="1884729"/>
            <a:ext cx="5394960" cy="1024109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F26AAB-2403-8F6C-50A1-3BCD241AE493}"/>
              </a:ext>
            </a:extLst>
          </p:cNvPr>
          <p:cNvSpPr txBox="1"/>
          <p:nvPr/>
        </p:nvSpPr>
        <p:spPr>
          <a:xfrm>
            <a:off x="2464390" y="1921485"/>
            <a:ext cx="91723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-1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BFD2E0-4E3A-F60D-127C-91E0B22BE132}"/>
              </a:ext>
            </a:extLst>
          </p:cNvPr>
          <p:cNvSpPr txBox="1"/>
          <p:nvPr/>
        </p:nvSpPr>
        <p:spPr>
          <a:xfrm>
            <a:off x="585874" y="2170174"/>
            <a:ext cx="4764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There are 5 copies of the book titled "The Lost Tribe" are owned by the library branch whose name is "Sharpstown"</a:t>
            </a:r>
            <a:endParaRPr lang="en-IN" dirty="0"/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EC2E0194-E6B1-D877-8AFD-06C13E38C76A}"/>
              </a:ext>
            </a:extLst>
          </p:cNvPr>
          <p:cNvSpPr/>
          <p:nvPr/>
        </p:nvSpPr>
        <p:spPr>
          <a:xfrm>
            <a:off x="339364" y="3078975"/>
            <a:ext cx="5394960" cy="91958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6AFCF3-DCE7-45E9-D6B0-2CB15CF4F52D}"/>
              </a:ext>
            </a:extLst>
          </p:cNvPr>
          <p:cNvSpPr txBox="1"/>
          <p:nvPr/>
        </p:nvSpPr>
        <p:spPr>
          <a:xfrm>
            <a:off x="2464390" y="3167864"/>
            <a:ext cx="9172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-2</a:t>
            </a:r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D77EBE-6FEA-4988-373F-894A53EB79EA}"/>
              </a:ext>
            </a:extLst>
          </p:cNvPr>
          <p:cNvSpPr txBox="1"/>
          <p:nvPr/>
        </p:nvSpPr>
        <p:spPr>
          <a:xfrm>
            <a:off x="585874" y="3475340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5 copies of the book titled "The Lost Tribe" are owned by each library branch</a:t>
            </a: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8A33E130-C807-D172-CB36-523E9CA03CBD}"/>
              </a:ext>
            </a:extLst>
          </p:cNvPr>
          <p:cNvSpPr/>
          <p:nvPr/>
        </p:nvSpPr>
        <p:spPr>
          <a:xfrm>
            <a:off x="2711147" y="837291"/>
            <a:ext cx="7799739" cy="717881"/>
          </a:xfrm>
          <a:prstGeom prst="roundRect">
            <a:avLst>
              <a:gd name="adj" fmla="val 2222"/>
            </a:avLst>
          </a:prstGeom>
          <a:solidFill>
            <a:srgbClr val="E4F4F1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54F5B0-7825-FEF0-73A8-9E07DF1145C5}"/>
              </a:ext>
            </a:extLst>
          </p:cNvPr>
          <p:cNvSpPr/>
          <p:nvPr/>
        </p:nvSpPr>
        <p:spPr>
          <a:xfrm>
            <a:off x="2711148" y="837291"/>
            <a:ext cx="116892" cy="717881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D6A7BA-A0DF-F689-4728-85B9E3CCC18F}"/>
              </a:ext>
            </a:extLst>
          </p:cNvPr>
          <p:cNvSpPr txBox="1"/>
          <p:nvPr/>
        </p:nvSpPr>
        <p:spPr>
          <a:xfrm>
            <a:off x="2914612" y="865481"/>
            <a:ext cx="598602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Aptos"/>
              </a:defRPr>
            </a:pPr>
            <a:r>
              <a:rPr sz="1800" dirty="0"/>
              <a:t>SQL Analysis</a:t>
            </a:r>
          </a:p>
          <a:p>
            <a:pPr>
              <a:spcBef>
                <a:spcPts val="600"/>
              </a:spcBef>
              <a:defRPr sz="1250">
                <a:solidFill>
                  <a:srgbClr val="232B32"/>
                </a:solidFill>
                <a:latin typeface="Aptos"/>
              </a:defRPr>
            </a:pPr>
            <a:r>
              <a:rPr sz="1800" dirty="0"/>
              <a:t>Used SQL queries to answer the seven project questions.</a:t>
            </a: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687A6A5A-5EED-7411-421A-C8734400DDFD}"/>
              </a:ext>
            </a:extLst>
          </p:cNvPr>
          <p:cNvSpPr/>
          <p:nvPr/>
        </p:nvSpPr>
        <p:spPr>
          <a:xfrm>
            <a:off x="339364" y="4168697"/>
            <a:ext cx="5394960" cy="1185694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D5EAF6-0C42-7DAA-AF94-364CE24CB021}"/>
              </a:ext>
            </a:extLst>
          </p:cNvPr>
          <p:cNvSpPr txBox="1"/>
          <p:nvPr/>
        </p:nvSpPr>
        <p:spPr>
          <a:xfrm>
            <a:off x="2512097" y="4224141"/>
            <a:ext cx="95090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-3</a:t>
            </a:r>
            <a:r>
              <a:rPr dirty="0"/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9E57A7-3EED-B156-18D2-1A34D021B34A}"/>
              </a:ext>
            </a:extLst>
          </p:cNvPr>
          <p:cNvSpPr txBox="1"/>
          <p:nvPr/>
        </p:nvSpPr>
        <p:spPr>
          <a:xfrm>
            <a:off x="503956" y="4673850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“Jane Smith” is the only borrower who don’t have any books checked out</a:t>
            </a:r>
            <a:endParaRPr lang="en-IN" dirty="0"/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0FF8E740-2E31-AFF0-40BA-97699CFD7C36}"/>
              </a:ext>
            </a:extLst>
          </p:cNvPr>
          <p:cNvSpPr/>
          <p:nvPr/>
        </p:nvSpPr>
        <p:spPr>
          <a:xfrm>
            <a:off x="6298485" y="1884729"/>
            <a:ext cx="5394960" cy="1185694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1DF72A-594D-232C-35FF-E5DF5C0D7527}"/>
              </a:ext>
            </a:extLst>
          </p:cNvPr>
          <p:cNvSpPr txBox="1"/>
          <p:nvPr/>
        </p:nvSpPr>
        <p:spPr>
          <a:xfrm>
            <a:off x="8231974" y="1985132"/>
            <a:ext cx="95090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-4</a:t>
            </a:r>
            <a:r>
              <a:rPr dirty="0"/>
              <a:t> </a:t>
            </a:r>
            <a:endParaRPr lang="en-US" dirty="0"/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8E5165-5494-423A-9F6B-A10A004209BA}"/>
              </a:ext>
            </a:extLst>
          </p:cNvPr>
          <p:cNvSpPr txBox="1"/>
          <p:nvPr/>
        </p:nvSpPr>
        <p:spPr>
          <a:xfrm>
            <a:off x="6463077" y="2282160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There are 6 books total who taken book from "Sharpstown" branch and whose DueDate is 2/3/18</a:t>
            </a:r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34994C37-75E9-BCC6-7363-251A207E1C4B}"/>
              </a:ext>
            </a:extLst>
          </p:cNvPr>
          <p:cNvSpPr/>
          <p:nvPr/>
        </p:nvSpPr>
        <p:spPr>
          <a:xfrm>
            <a:off x="6298485" y="3213143"/>
            <a:ext cx="5394960" cy="90072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7CDC0A-88FA-156E-A118-E52103F4185A}"/>
              </a:ext>
            </a:extLst>
          </p:cNvPr>
          <p:cNvSpPr txBox="1"/>
          <p:nvPr/>
        </p:nvSpPr>
        <p:spPr>
          <a:xfrm>
            <a:off x="8364789" y="3246210"/>
            <a:ext cx="91723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-5</a:t>
            </a:r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F4974-9D61-A57C-5D85-390DD40583F5}"/>
              </a:ext>
            </a:extLst>
          </p:cNvPr>
          <p:cNvSpPr txBox="1"/>
          <p:nvPr/>
        </p:nvSpPr>
        <p:spPr>
          <a:xfrm>
            <a:off x="6544995" y="3512922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Books loaned out from each branch are </a:t>
            </a:r>
            <a:r>
              <a:rPr lang="en-US" b="1" dirty="0">
                <a:solidFill>
                  <a:srgbClr val="002060"/>
                </a:solidFill>
              </a:rPr>
              <a:t>Sharpstown-10, Central-11, Saline-10, Ann Arbor-</a:t>
            </a:r>
            <a:r>
              <a:rPr lang="en-IN" b="1" dirty="0">
                <a:solidFill>
                  <a:srgbClr val="002060"/>
                </a:solidFill>
              </a:rPr>
              <a:t>20</a:t>
            </a:r>
            <a:endParaRPr lang="en-IN" dirty="0"/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E98483C0-5737-F2A7-F2FA-07B1C63E621D}"/>
              </a:ext>
            </a:extLst>
          </p:cNvPr>
          <p:cNvSpPr/>
          <p:nvPr/>
        </p:nvSpPr>
        <p:spPr>
          <a:xfrm>
            <a:off x="6298485" y="4302854"/>
            <a:ext cx="5394960" cy="90072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956A3E-FB63-106F-8A7A-2FF83EC350D1}"/>
              </a:ext>
            </a:extLst>
          </p:cNvPr>
          <p:cNvSpPr txBox="1"/>
          <p:nvPr/>
        </p:nvSpPr>
        <p:spPr>
          <a:xfrm>
            <a:off x="8392730" y="4302855"/>
            <a:ext cx="9172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-6</a:t>
            </a:r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59A4A9-80DA-5C41-73BD-2D7E0C1D127D}"/>
              </a:ext>
            </a:extLst>
          </p:cNvPr>
          <p:cNvSpPr txBox="1"/>
          <p:nvPr/>
        </p:nvSpPr>
        <p:spPr>
          <a:xfrm>
            <a:off x="6577787" y="4624559"/>
            <a:ext cx="476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Total of 6 members, checked out with </a:t>
            </a:r>
            <a:r>
              <a:rPr lang="en-IN" b="1" dirty="0">
                <a:solidFill>
                  <a:srgbClr val="002060"/>
                </a:solidFill>
              </a:rPr>
              <a:t>more than five books. </a:t>
            </a:r>
          </a:p>
        </p:txBody>
      </p:sp>
      <p:sp>
        <p:nvSpPr>
          <p:cNvPr id="53" name="Rounded Rectangle 8">
            <a:extLst>
              <a:ext uri="{FF2B5EF4-FFF2-40B4-BE49-F238E27FC236}">
                <a16:creationId xmlns:a16="http://schemas.microsoft.com/office/drawing/2014/main" id="{A33CAA30-D406-814B-D64D-AB7C7EADCCF9}"/>
              </a:ext>
            </a:extLst>
          </p:cNvPr>
          <p:cNvSpPr/>
          <p:nvPr/>
        </p:nvSpPr>
        <p:spPr>
          <a:xfrm>
            <a:off x="3462998" y="5560916"/>
            <a:ext cx="5394960" cy="919585"/>
          </a:xfrm>
          <a:prstGeom prst="roundRect">
            <a:avLst/>
          </a:prstGeom>
          <a:solidFill>
            <a:srgbClr val="E4F4F1"/>
          </a:solidFill>
          <a:ln>
            <a:solidFill>
              <a:srgbClr val="B9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2060"/>
                </a:solidFill>
              </a:rPr>
              <a:t>Books authored by “Stephen King” are “It”, “The Green Mile”. Each book has 5 copies at “Central” library branch.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B16DFA-4C67-DF57-D05C-CFE83B2C653C}"/>
              </a:ext>
            </a:extLst>
          </p:cNvPr>
          <p:cNvSpPr txBox="1"/>
          <p:nvPr/>
        </p:nvSpPr>
        <p:spPr>
          <a:xfrm>
            <a:off x="5593141" y="5560916"/>
            <a:ext cx="9172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r>
              <a:rPr dirty="0"/>
              <a:t>RESULT</a:t>
            </a:r>
            <a:r>
              <a:rPr lang="en-US" dirty="0"/>
              <a:t>-7</a:t>
            </a:r>
          </a:p>
          <a:p>
            <a:pPr>
              <a:defRPr sz="1300" b="1">
                <a:solidFill>
                  <a:srgbClr val="2A9D8F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918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C63AFF8-5B1D-591A-1A1B-48D4EBF3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8E43CA-4A4C-940D-E994-57E25732F906}"/>
              </a:ext>
            </a:extLst>
          </p:cNvPr>
          <p:cNvSpPr txBox="1"/>
          <p:nvPr/>
        </p:nvSpPr>
        <p:spPr>
          <a:xfrm>
            <a:off x="502920" y="228600"/>
            <a:ext cx="26709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hallenges</a:t>
            </a:r>
            <a:endParaRPr sz="3200" b="1" dirty="0">
              <a:solidFill>
                <a:srgbClr val="FF0000"/>
              </a:solidFill>
              <a:latin typeface="Arial Black" panose="020B0A040201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1D081-244E-40A7-F4F1-655267F8C42A}"/>
              </a:ext>
            </a:extLst>
          </p:cNvPr>
          <p:cNvSpPr txBox="1"/>
          <p:nvPr/>
        </p:nvSpPr>
        <p:spPr>
          <a:xfrm>
            <a:off x="594360" y="1051560"/>
            <a:ext cx="10058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⚡ Challenges Faced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Understanding the relationships between multiple tables.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Writing queries involving </a:t>
            </a:r>
            <a:r>
              <a:rPr lang="en-US" sz="2400" b="1" dirty="0"/>
              <a:t>multiple JOINs and conditions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Working with </a:t>
            </a:r>
            <a:r>
              <a:rPr lang="en-US" sz="2400" b="1" dirty="0"/>
              <a:t>GROUP BY and aggregate functions</a:t>
            </a:r>
            <a:r>
              <a:rPr lang="en-US" sz="2400" dirty="0"/>
              <a:t> for analysis.</a:t>
            </a:r>
          </a:p>
          <a:p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Understanding and implementing </a:t>
            </a:r>
            <a:r>
              <a:rPr lang="en-US" sz="2400" b="1" dirty="0"/>
              <a:t>subqueries.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Validating SQL query results to ensure the output was correct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63030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5DA42E4-F67B-F438-97A7-435CFFE0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1F70E1-1147-D382-9651-938B04D1F9C8}"/>
              </a:ext>
            </a:extLst>
          </p:cNvPr>
          <p:cNvSpPr txBox="1"/>
          <p:nvPr/>
        </p:nvSpPr>
        <p:spPr>
          <a:xfrm>
            <a:off x="502920" y="228600"/>
            <a:ext cx="26709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26E89-677E-C285-7E3C-FCA0AD080ECE}"/>
              </a:ext>
            </a:extLst>
          </p:cNvPr>
          <p:cNvSpPr txBox="1"/>
          <p:nvPr/>
        </p:nvSpPr>
        <p:spPr>
          <a:xfrm>
            <a:off x="594360" y="1051560"/>
            <a:ext cx="100584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400" dirty="0"/>
              <a:t>The Library Database Analysis project demonstrates the use of MySQL for practical relational-database analysis. The database connects publishers, books, authors, branches, copies, borrowers and loans.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/>
              <a:t>SQL queries can retrieve and summarize information across multiple related tables.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000" dirty="0"/>
              <a:t>The seven project questions provide analysis of book availability, borrowing activity, branch loans and author-specific inventory.</a:t>
            </a:r>
          </a:p>
          <a:p>
            <a:pPr>
              <a:spcAft>
                <a:spcPts val="13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lang="en-US" sz="2400" dirty="0"/>
              <a:t>The project strengthened practical skills in database creation, relationships and SQL-based analysis.</a:t>
            </a:r>
          </a:p>
        </p:txBody>
      </p:sp>
    </p:spTree>
    <p:extLst>
      <p:ext uri="{BB962C8B-B14F-4D97-AF65-F5344CB8AC3E}">
        <p14:creationId xmlns:p14="http://schemas.microsoft.com/office/powerpoint/2010/main" val="3110843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1132</Words>
  <Application>Microsoft Office PowerPoint</Application>
  <PresentationFormat>Widescreen</PresentationFormat>
  <Paragraphs>142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Libre Baskerville</vt:lpstr>
      <vt:lpstr>Office Theme</vt:lpstr>
      <vt:lpstr>PowerPoint Presentation</vt:lpstr>
      <vt:lpstr>PowerPoint Presentation</vt:lpstr>
      <vt:lpstr>Agenda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Aravind Marikanti</cp:lastModifiedBy>
  <cp:revision>74</cp:revision>
  <dcterms:created xsi:type="dcterms:W3CDTF">2021-02-16T05:19:01Z</dcterms:created>
  <dcterms:modified xsi:type="dcterms:W3CDTF">2026-09-30T12:20:06Z</dcterms:modified>
</cp:coreProperties>
</file>